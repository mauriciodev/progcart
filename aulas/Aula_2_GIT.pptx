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7B1837-0DC0-4567-80B0-E1548FF9E5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78F985-16C2-4AF0-98B8-7354C7DA85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CFB7F9-244D-4A41-BFDE-1D70F3B4F83A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2960" y="6120"/>
            <a:ext cx="67320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11247120" y="6480"/>
            <a:ext cx="94968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rcRect l="0" t="0" r="75485" b="0"/>
          <a:stretch/>
        </p:blipFill>
        <p:spPr>
          <a:xfrm>
            <a:off x="11592720" y="360000"/>
            <a:ext cx="466920" cy="53964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37FD49-D702-47D8-9B93-3EA7D772AF9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6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github.com/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05920" y="2382480"/>
            <a:ext cx="10013760" cy="19299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GIT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83520" y="373320"/>
            <a:ext cx="10040400" cy="14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355e00"/>
                </a:solidFill>
                <a:latin typeface="Arial"/>
              </a:rPr>
              <a:t>Programação aplicada à engenharia cartográfica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170360" y="4855680"/>
            <a:ext cx="999936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Dr. Maurício Carvalho Mathias de Paulo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Me. Raphael Luiz França Greco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pt-BR" sz="2000" spc="-1" strike="noStrike">
                <a:solidFill>
                  <a:srgbClr val="355e00"/>
                </a:solidFill>
                <a:latin typeface="Arial"/>
              </a:rPr>
              <a:t>Rio de Janeiro-RJ, 2025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95EDBE-A4A4-41BB-960F-1F5E4453D3D2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Introdução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Sistemas de controle de versão de código-fonte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Registrar as diversas versões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Controlar o que cada usuário fez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Historinha do Git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Repositórios Git: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Remotos: diversos repositórios conectados de controle de versão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Locais: diversas cópias locais de controle de versão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CEE094-1530-47E5-AD3E-7B40AEC1AAD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Instalação do Git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530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Windows (no powershell):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winget install Git.Git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Linux (shell):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apt install git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Após a instalação, inserir as suas credenciais (no shell):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git config –global user.email “you@example.com”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git config –global user.name “Your Name”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1026"/>
              </a:spcAft>
              <a:buNone/>
              <a:tabLst>
                <a:tab algn="l" pos="0"/>
              </a:tabLst>
            </a:pP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1026"/>
              </a:spcAft>
              <a:buNone/>
              <a:tabLst>
                <a:tab algn="l" pos="0"/>
              </a:tabLst>
            </a:pP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Caso ainda não tenha instalado, essa é a hora de instalar o VSCodium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Windows: winget VSCodium.VSCodium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Linux: snap install codium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0F1FC1-4877-489C-A80C-DAA33600457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Git no VSCodium</a:t>
            </a:r>
            <a:br>
              <a:rPr sz="3630"/>
            </a:b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Separando arquivos já registrados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Separar “tracked” de “untracked”para não funcdir  os arquivos que não fazem parte do código-fonte.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Ctlr+Shift+P: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3060000" y="4600800"/>
            <a:ext cx="7019640" cy="2058840"/>
          </a:xfrm>
          <a:prstGeom prst="rect">
            <a:avLst/>
          </a:prstGeom>
          <a:ln w="0">
            <a:noFill/>
          </a:ln>
        </p:spPr>
      </p:pic>
      <p:pic>
        <p:nvPicPr>
          <p:cNvPr id="29" name="" descr=""/>
          <p:cNvPicPr/>
          <p:nvPr/>
        </p:nvPicPr>
        <p:blipFill>
          <a:blip r:embed="rId2"/>
          <a:stretch/>
        </p:blipFill>
        <p:spPr>
          <a:xfrm>
            <a:off x="3960000" y="2160000"/>
            <a:ext cx="4847040" cy="2159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AADF26-33F9-4895-B88D-BF0A36F6905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Abrindo um repositório Git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2279880" y="1385640"/>
            <a:ext cx="7799760" cy="4194000"/>
          </a:xfrm>
          <a:prstGeom prst="rect">
            <a:avLst/>
          </a:prstGeom>
          <a:ln w="0">
            <a:noFill/>
          </a:ln>
        </p:spPr>
      </p:pic>
      <p:sp>
        <p:nvSpPr>
          <p:cNvPr id="32" name=""/>
          <p:cNvSpPr/>
          <p:nvPr/>
        </p:nvSpPr>
        <p:spPr>
          <a:xfrm>
            <a:off x="360000" y="1620000"/>
            <a:ext cx="1439640" cy="1079640"/>
          </a:xfrm>
          <a:prstGeom prst="wedgeRectCallout">
            <a:avLst>
              <a:gd name="adj1" fmla="val 232527"/>
              <a:gd name="adj2" fmla="val 86583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Git: Clone obtém arquivos do repositório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40000" y="5940000"/>
            <a:ext cx="42739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Endereço do repositório: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git@github.com:mauriciodev/progcart.git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854399-E086-4A73-95BF-FCD9808259C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2340000" y="1620000"/>
            <a:ext cx="7515720" cy="404100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Git no VSCodium</a:t>
            </a:r>
            <a:br>
              <a:rPr sz="3630"/>
            </a:b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Separando arquivos já registrados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1980000"/>
            <a:ext cx="1439640" cy="1079640"/>
          </a:xfrm>
          <a:prstGeom prst="wedgeRoundRectCallout">
            <a:avLst>
              <a:gd name="adj1" fmla="val 88337"/>
              <a:gd name="adj2" fmla="val 8643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Aba de controle de versões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82880" y="3600000"/>
            <a:ext cx="1979640" cy="1079640"/>
          </a:xfrm>
          <a:prstGeom prst="wedgeRoundRectCallout">
            <a:avLst>
              <a:gd name="adj1" fmla="val 81356"/>
              <a:gd name="adj2" fmla="val -131601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Arquivos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Controlados e não controlados (untracked)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900000" y="5292000"/>
            <a:ext cx="1079640" cy="719640"/>
          </a:xfrm>
          <a:prstGeom prst="wedgeRoundRectCallout">
            <a:avLst>
              <a:gd name="adj1" fmla="val 97680"/>
              <a:gd name="adj2" fmla="val -7472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Branch atual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0164960" y="1752120"/>
            <a:ext cx="1894680" cy="767520"/>
          </a:xfrm>
          <a:prstGeom prst="wedgeRoundRectCallout">
            <a:avLst>
              <a:gd name="adj1" fmla="val -268194"/>
              <a:gd name="adj2" fmla="val 134861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Adicionar ao próximo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880000" y="5940000"/>
            <a:ext cx="3874680" cy="587520"/>
          </a:xfrm>
          <a:prstGeom prst="wedgeRoundRectCallout">
            <a:avLst>
              <a:gd name="adj1" fmla="val -47875"/>
              <a:gd name="adj2" fmla="val -105995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Sincronizar branch com o servidor (baixa e envia Commits)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380000" y="5760000"/>
            <a:ext cx="2699640" cy="359640"/>
          </a:xfrm>
          <a:prstGeom prst="wedgeRoundRectCallout">
            <a:avLst>
              <a:gd name="adj1" fmla="val -188912"/>
              <a:gd name="adj2" fmla="val -551495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Histórico de Commits.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0080000" y="3600000"/>
            <a:ext cx="1979640" cy="1079640"/>
          </a:xfrm>
          <a:prstGeom prst="wedgeRoundRectCallout">
            <a:avLst>
              <a:gd name="adj1" fmla="val -319949"/>
              <a:gd name="adj2" fmla="val -142532"/>
              <a:gd name="adj3" fmla="val 16667"/>
            </a:avLst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Fecha um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(um pacote de mudanças)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3C209B-C0BA-4063-9E73-BAD29F99526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GitHub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Acessar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https://github.com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e criar uma conta.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Essas credenciais serão usadas no VSCodium para baixar código e submeter alterações.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2700000" y="2790360"/>
            <a:ext cx="7019640" cy="4067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4F9762-7287-4175-B632-B7E915BDB4A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GitHub</a:t>
            </a:r>
            <a:br>
              <a:rPr sz="3630"/>
            </a:b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Autorização do computador de trabalho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5576760" cy="529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Para acessar o GitHub de uma máquina é necessário enviar a chave SSH da máquina para o GitHub.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Criar chave no Linux: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No terminal: ssh-keygen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Abrir arquivo .pub gerado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Copiar para o GitHub (Settings→ SSH and GPG Keys → New SSH Key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6120000" y="1440000"/>
            <a:ext cx="5891400" cy="2583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34BC4A-E995-4B84-9C25-EB99B0174EA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Exercícios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Fazer um fork do git da disciplina no GitHub: https://github.com/mauriciodev/progcart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Criar um clone do repositório na máquina de vocês (git clone)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Verificar a timeline das versões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Verificar o histórico de um arquivo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Alterar um arquivo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Fazer um Commit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Fazer um Push (enviar Commit para o servidor)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Acessar o GitHub e verificar a ferramenta de Pull Request.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9CA005-6645-4E07-86B3-CF705F5908A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2015-04-30T10:55:49Z</dcterms:created>
  <dc:creator/>
  <dc:description/>
  <dc:language>pt-BR</dc:language>
  <cp:lastModifiedBy/>
  <dcterms:modified xsi:type="dcterms:W3CDTF">2025-12-22T09:40:54Z</dcterms:modified>
  <cp:revision>759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