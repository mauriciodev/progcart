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3665E3-8102-48E2-BB1A-E4BB208C8C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182880" y="326520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14D249-F911-41E0-B461-1DDCC74F1A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2620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E01B638-ACE8-47EE-90DE-6DFCC15424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D7E58CB-BF05-42FB-BE8C-243AA6C46F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FA08B9E-1C47-45DE-B7EA-64F425BE1F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9661768-E1BB-403F-A410-5C76E9B120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3EACD7B-2B76-42ED-83C4-BC0E31F18B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60C6DAD-58A8-4F11-87BC-D0AA685FF5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9E53BB6-41EE-4DF7-A484-F63017E794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E62323F-9128-4096-97FC-4C8523573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F9AF650-3DAF-4CE7-AFD0-4F166E634A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2620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5E7E70E-6902-4231-84E3-3265F2BC6D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22620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BD02DAC-7B68-47AC-B92C-A659E4BDA5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D1CA365-3AA4-4C9F-8222-49AEDC5506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182880" y="326520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01EFDBEF-C087-4269-9A29-6519D9BF0A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22620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7528C08-05B9-49A8-B7EE-49B31BF287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EF3B184-4E6C-4A5A-A788-A63AF82570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E907916B-9BCE-4C09-867D-47307818CF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3C0CA98-3B62-46A7-BF5A-A9F1ACE07D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1D486F94-BAFD-4C39-B97D-FDB7D40FDD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80BBCAAA-658E-4290-9793-EEA6D36919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8C776FF4-D0E5-44B9-9EC1-2ED6FB2FD2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12A79881-08A5-4E9F-9513-5E4341313B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6226200" y="1188720"/>
            <a:ext cx="57553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182880" y="3265200"/>
            <a:ext cx="5755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6078873F-0235-4229-A131-F58942F07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F88009-0755-4E7B-9628-EF4DBAAA8D5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82880" y="32659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A43C56-0060-4D52-83D7-C63994F3B338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22620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998EF7-61B1-463D-ABC6-0A44251AC37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17096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15868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18288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17096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15868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855F56-E76C-4035-B5C1-0EB3684F4558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FE376A-F63E-45E1-BF18-93508ED6CA8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16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7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0F92D8-DA43-4BF8-8110-475521DCBDF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19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0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8BFF75-29A9-4738-A9CF-61595344D64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dt" idx="21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22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23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B425E8-4688-4945-BC3D-B7DAE74F183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24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5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26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76EAA5-07B2-45BA-928C-3496E75A656A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7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28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29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DF2FC5-BF8A-420F-9A2A-6F7334D7B0F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0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31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2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EE16E4-4AC4-4969-96DA-A0E250659E05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dt" idx="33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22620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34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35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B26FF2-45B3-4345-B2E0-548EC18C1E94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dt" idx="36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22620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ftr" idx="37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sldNum" idx="38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BB825B-1655-4543-9AAE-EAEA0DCBFAA1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7"/>
          <p:cNvSpPr>
            <a:spLocks noGrp="1"/>
          </p:cNvSpPr>
          <p:nvPr>
            <p:ph type="dt" idx="39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 idx="40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 idx="41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04D7EC-6B99-4460-9AA2-FE2474C6FF4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dt" idx="42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182880" y="3265920"/>
            <a:ext cx="11793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ftr" idx="43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sldNum" idx="44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7955B7-4F66-4347-A7C3-DCB6D9A30C4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dt" idx="45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body"/>
          </p:nvPr>
        </p:nvSpPr>
        <p:spPr>
          <a:xfrm>
            <a:off x="622620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ftr" idx="46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 type="sldNum" idx="47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B84E69-8920-4768-9EC5-2164FDA2B3A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8"/>
          <p:cNvSpPr>
            <a:spLocks noGrp="1"/>
          </p:cNvSpPr>
          <p:nvPr>
            <p:ph type="dt" idx="48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17096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8158680" y="11887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18288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 type="body"/>
          </p:nvPr>
        </p:nvSpPr>
        <p:spPr>
          <a:xfrm>
            <a:off x="417096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 type="body"/>
          </p:nvPr>
        </p:nvSpPr>
        <p:spPr>
          <a:xfrm>
            <a:off x="8158680" y="3265920"/>
            <a:ext cx="379728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8"/>
          <p:cNvSpPr>
            <a:spLocks noGrp="1"/>
          </p:cNvSpPr>
          <p:nvPr>
            <p:ph type="ftr" idx="49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9"/>
          <p:cNvSpPr>
            <a:spLocks noGrp="1"/>
          </p:cNvSpPr>
          <p:nvPr>
            <p:ph type="sldNum" idx="50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E103B5-0884-4456-8176-D4B41521CF3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10"/>
          <p:cNvSpPr>
            <a:spLocks noGrp="1"/>
          </p:cNvSpPr>
          <p:nvPr>
            <p:ph type="dt" idx="51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0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82" name="PlaceHolder 1"/>
          <p:cNvSpPr>
            <a:spLocks noGrp="1"/>
          </p:cNvSpPr>
          <p:nvPr>
            <p:ph type="ftr" idx="52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53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D08FF7-CE7F-4C2D-914E-57C77865074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54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55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6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6CBDD9-DDA4-4ADA-9504-73FDEAA5F7B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57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ftr" idx="58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59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FA4297-0FAC-4CB7-9AC9-BA085155258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dt" idx="60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ftr" idx="61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sldNum" idx="62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4CC3BF-3D54-4D40-A5DD-CFA83CE61FC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dt" idx="63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23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24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ftr" idx="64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5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488BA7-3CBE-4E5E-91C0-396C7CAED66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66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34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35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ftr" idx="67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68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9E6FFC-B652-45FB-8DA6-E080085E14F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69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2" name=""/>
          <p:cNvSpPr/>
          <p:nvPr/>
        </p:nvSpPr>
        <p:spPr>
          <a:xfrm>
            <a:off x="12960" y="6120"/>
            <a:ext cx="67176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3" name=""/>
          <p:cNvSpPr/>
          <p:nvPr/>
        </p:nvSpPr>
        <p:spPr>
          <a:xfrm>
            <a:off x="11247120" y="6480"/>
            <a:ext cx="948240" cy="105228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44" name="" descr=""/>
          <p:cNvPicPr/>
          <p:nvPr/>
        </p:nvPicPr>
        <p:blipFill>
          <a:blip r:embed="rId2"/>
          <a:srcRect l="0" t="0" r="75459" b="0"/>
          <a:stretch/>
        </p:blipFill>
        <p:spPr>
          <a:xfrm>
            <a:off x="11592720" y="360000"/>
            <a:ext cx="465480" cy="538200"/>
          </a:xfrm>
          <a:prstGeom prst="rect">
            <a:avLst/>
          </a:prstGeom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6226200" y="1188720"/>
            <a:ext cx="5754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182880" y="3265920"/>
            <a:ext cx="57549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ftr" idx="70"/>
          </p:nvPr>
        </p:nvSpPr>
        <p:spPr>
          <a:xfrm>
            <a:off x="4169520" y="6492240"/>
            <a:ext cx="386244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 type="sldNum" idx="71"/>
          </p:nvPr>
        </p:nvSpPr>
        <p:spPr>
          <a:xfrm>
            <a:off x="920916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82467E-C0CB-4A56-BBDB-484C5D28A4A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7"/>
          <p:cNvSpPr>
            <a:spLocks noGrp="1"/>
          </p:cNvSpPr>
          <p:nvPr>
            <p:ph type="dt" idx="72"/>
          </p:nvPr>
        </p:nvSpPr>
        <p:spPr>
          <a:xfrm>
            <a:off x="609480" y="6492240"/>
            <a:ext cx="28386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doi.org/10.1515/jogs-2022-0138" TargetMode="External"/><Relationship Id="rId3" Type="http://schemas.openxmlformats.org/officeDocument/2006/relationships/slideLayout" Target="../slideLayouts/slideLayout2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www.sirgas.org/pt/sirgas-realizations/sirgas-con-network/" TargetMode="External"/><Relationship Id="rId2" Type="http://schemas.openxmlformats.org/officeDocument/2006/relationships/hyperlink" Target="https://www.sirgas.org/pt/multi-year-solutions/" TargetMode="External"/><Relationship Id="rId3" Type="http://schemas.openxmlformats.org/officeDocument/2006/relationships/hyperlink" Target="https://www.sirgas.org/archive/gps/SIRGAS/SIRGAS2022/SIRGAS2022_XYZ.CRD.gz" TargetMode="External"/><Relationship Id="rId4" Type="http://schemas.openxmlformats.org/officeDocument/2006/relationships/hyperlink" Target="https://www.sirgas.org/archive/gps/SIRGAS/SIRGAS2022/SIRGAS2022_XYZ.VEL.gz" TargetMode="External"/><Relationship Id="rId5" Type="http://schemas.openxmlformats.org/officeDocument/2006/relationships/slideLayout" Target="../slideLayouts/slideLayout2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105920" y="2382480"/>
            <a:ext cx="10012320" cy="19285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Projeto 2</a:t>
            </a:r>
            <a:br>
              <a:rPr sz="2800"/>
            </a:b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Geopandas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983520" y="373320"/>
            <a:ext cx="1003896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355e00"/>
                </a:solidFill>
                <a:latin typeface="Arial"/>
                <a:ea typeface="DejaVu Sans"/>
              </a:rPr>
              <a:t>Programação aplicada à engenharia cartográfica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170360" y="4855680"/>
            <a:ext cx="9997920" cy="17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Prof. Dr. Maurício Carvalho Mathias de Paulo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Prof. Me. Raphael Luiz França Greco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pt-BR" sz="2000" spc="-1" strike="noStrike">
                <a:solidFill>
                  <a:srgbClr val="355e00"/>
                </a:solidFill>
                <a:latin typeface="Arial"/>
                <a:ea typeface="DejaVu Sans"/>
              </a:rPr>
              <a:t>Rio de Janeiro-RJ, 2025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D8F6FF7-76DA-4E5C-9CBA-437B5B289113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Objetivo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410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Objetivo: Desenvolver um aplicativo web que baixa os dados de um determinado endereço, mostra a tabela de atributos e um mapa.</a:t>
            </a:r>
            <a:br>
              <a:rPr sz="2400"/>
            </a:b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Entrega: Github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Sugestões de inovações desejáveis: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lnSpc>
                <a:spcPct val="100000"/>
              </a:lnSpc>
              <a:spcAft>
                <a:spcPts val="1026"/>
              </a:spcAft>
              <a:buNone/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85534682-6E80-47EC-A182-C371730ED21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Dados de entrada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3780000" y="1260000"/>
            <a:ext cx="4604760" cy="5265000"/>
          </a:xfrm>
          <a:prstGeom prst="rect">
            <a:avLst/>
          </a:prstGeom>
          <a:ln w="0">
            <a:noFill/>
          </a:ln>
        </p:spPr>
      </p:pic>
      <p:sp>
        <p:nvSpPr>
          <p:cNvPr id="263" name=""/>
          <p:cNvSpPr/>
          <p:nvPr/>
        </p:nvSpPr>
        <p:spPr>
          <a:xfrm>
            <a:off x="4667400" y="6526080"/>
            <a:ext cx="289152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Fonte:  </a:t>
            </a:r>
            <a:r>
              <a:rPr b="0" lang="pt-BR" sz="1000" spc="-1" strike="noStrike" u="sng">
                <a:solidFill>
                  <a:srgbClr val="0000ee"/>
                </a:solidFill>
                <a:uFillTx/>
                <a:latin typeface="Arial"/>
                <a:ea typeface="DejaVu Sans"/>
                <a:hlinkClick r:id="rId2"/>
              </a:rPr>
              <a:t>https://doi.org/10.1515/jogs-2022-0138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B6F71074-D72D-4A4C-BF78-F6A7DC31172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Dados de entrada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39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SIRGAS Con: </a:t>
            </a:r>
            <a:r>
              <a:rPr b="0" lang="pt-BR" sz="32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https://www.sirgas.org/pt/sirgas-realizations/sirgas-con-network/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Solução multianual (ler o que isso significa): </a:t>
            </a:r>
            <a:r>
              <a:rPr b="0" lang="pt-BR" sz="32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https://www.sirgas.org/pt/multi-year-solutions/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Posições de todas estações e velocidades com que elas se deslocaram no tempo.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Note que o SIRGAS registra separa as séries temporais em partes de velocidade aproximadamente constante.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Arquivos das posições: </a:t>
            </a:r>
            <a:r>
              <a:rPr b="0" lang="pt-BR" sz="32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https://www.sirgas.org/archive/gps/SIRGAS/SIRGAS2022/SIRGAS2022_XYZ.CRD.gz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Arquivo das velocidades (opcional): </a:t>
            </a:r>
            <a:r>
              <a:rPr b="0" lang="pt-BR" sz="3200" spc="-1" strike="noStrike" u="sng">
                <a:solidFill>
                  <a:srgbClr val="0000ee"/>
                </a:solidFill>
                <a:uFillTx/>
                <a:latin typeface="Arial"/>
                <a:hlinkClick r:id="rId4"/>
              </a:rPr>
              <a:t>https://www.sirgas.org/archive/gps/SIRGAS/SIRGAS2022/SIRGAS2022_XYZ.VEL.gz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76CAC4B-EAEF-41E1-ABE8-F21B038172A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Fluxogramas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4662000" y="1789920"/>
            <a:ext cx="3077280" cy="4509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BC13A9FF-4B55-437B-9332-55DA8970047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Fluxograma do mundo real</a:t>
            </a:r>
            <a:br>
              <a:rPr sz="3630"/>
            </a:b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(como seria se fosse um projeto sério)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3809880" y="1542960"/>
            <a:ext cx="4685400" cy="3827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29A99EC6-037A-4AB1-977B-9865B80BFAC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7760" cy="10519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Kanban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780000" y="1620000"/>
            <a:ext cx="360" cy="486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72" name=""/>
          <p:cNvSpPr/>
          <p:nvPr/>
        </p:nvSpPr>
        <p:spPr>
          <a:xfrm>
            <a:off x="8100000" y="1620000"/>
            <a:ext cx="360" cy="486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900000" y="1440000"/>
            <a:ext cx="1618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fazer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5040000" y="1440000"/>
            <a:ext cx="1618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Fazendo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820000" y="1440000"/>
            <a:ext cx="1618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Feitos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540000" y="1980000"/>
            <a:ext cx="23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Classe de baixar do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Sirgas os arquivos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540000" y="2700000"/>
            <a:ext cx="23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Desenhar a interface gráfica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540000" y="3420000"/>
            <a:ext cx="233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Desenvolver o código para controlar a interface gráfica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40000" y="4320000"/>
            <a:ext cx="233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Montar aplicação do zero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540000" y="5220000"/>
            <a:ext cx="233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Integrar interface no plugin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540000" y="6138000"/>
            <a:ext cx="287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Representar os dados como geodataframe e salvar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769FDBB1-D165-4EB2-B4FA-FB4DCD8C9A6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2015-04-30T10:55:49Z</dcterms:created>
  <dc:creator/>
  <dc:description/>
  <dc:language>pt-BR</dc:language>
  <cp:lastModifiedBy/>
  <dcterms:modified xsi:type="dcterms:W3CDTF">2026-04-22T10:33:35Z</dcterms:modified>
  <cp:revision>767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